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327650" cy="75596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17EA2-7241-4930-B605-7F4DD3A0C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956" y="1237197"/>
            <a:ext cx="3995738" cy="2631887"/>
          </a:xfrm>
        </p:spPr>
        <p:txBody>
          <a:bodyPr anchor="b"/>
          <a:lstStyle>
            <a:lvl1pPr algn="ctr">
              <a:defRPr sz="262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E2B3A-9947-771E-A0BF-BF23F6E5C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956" y="3970580"/>
            <a:ext cx="3995738" cy="1825171"/>
          </a:xfrm>
        </p:spPr>
        <p:txBody>
          <a:bodyPr/>
          <a:lstStyle>
            <a:lvl1pPr marL="0" indent="0" algn="ctr">
              <a:buNone/>
              <a:defRPr sz="1049"/>
            </a:lvl1pPr>
            <a:lvl2pPr marL="199796" indent="0" algn="ctr">
              <a:buNone/>
              <a:defRPr sz="874"/>
            </a:lvl2pPr>
            <a:lvl3pPr marL="399593" indent="0" algn="ctr">
              <a:buNone/>
              <a:defRPr sz="787"/>
            </a:lvl3pPr>
            <a:lvl4pPr marL="599389" indent="0" algn="ctr">
              <a:buNone/>
              <a:defRPr sz="699"/>
            </a:lvl4pPr>
            <a:lvl5pPr marL="799186" indent="0" algn="ctr">
              <a:buNone/>
              <a:defRPr sz="699"/>
            </a:lvl5pPr>
            <a:lvl6pPr marL="998982" indent="0" algn="ctr">
              <a:buNone/>
              <a:defRPr sz="699"/>
            </a:lvl6pPr>
            <a:lvl7pPr marL="1198778" indent="0" algn="ctr">
              <a:buNone/>
              <a:defRPr sz="699"/>
            </a:lvl7pPr>
            <a:lvl8pPr marL="1398575" indent="0" algn="ctr">
              <a:buNone/>
              <a:defRPr sz="699"/>
            </a:lvl8pPr>
            <a:lvl9pPr marL="1598371" indent="0" algn="ctr">
              <a:buNone/>
              <a:defRPr sz="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8F8F8-8461-57F3-52FD-596BB515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8013-008A-4316-B9B6-B44ADD31C3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9076E-2314-85B6-23CB-5493642C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6FF20-7901-8043-99F1-F5EFAB5D9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81DC-90D6-4908-8B41-16ED1ABBC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4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1A40-A1EF-FE18-9417-20E068F7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4BEAD-F20D-0ADA-9839-D55F230DF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B095-EBB1-0AFC-4AFA-751287BBF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8013-008A-4316-B9B6-B44ADD31C3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AE472-5B1A-91CE-E1E0-5347967C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DE8F-6F23-83BD-6903-130FC771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81DC-90D6-4908-8B41-16ED1ABBC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75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401B-5606-681E-15DD-615AD179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01" y="1884671"/>
            <a:ext cx="4595098" cy="3144614"/>
          </a:xfrm>
        </p:spPr>
        <p:txBody>
          <a:bodyPr anchor="b"/>
          <a:lstStyle>
            <a:lvl1pPr>
              <a:defRPr sz="262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F07E1-E95E-EC5F-50CE-3A20D2F57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501" y="5059035"/>
            <a:ext cx="4595098" cy="1653678"/>
          </a:xfrm>
        </p:spPr>
        <p:txBody>
          <a:bodyPr/>
          <a:lstStyle>
            <a:lvl1pPr marL="0" indent="0">
              <a:buNone/>
              <a:defRPr sz="1049">
                <a:solidFill>
                  <a:schemeClr val="tx1">
                    <a:tint val="82000"/>
                  </a:schemeClr>
                </a:solidFill>
              </a:defRPr>
            </a:lvl1pPr>
            <a:lvl2pPr marL="199796" indent="0">
              <a:buNone/>
              <a:defRPr sz="874">
                <a:solidFill>
                  <a:schemeClr val="tx1">
                    <a:tint val="82000"/>
                  </a:schemeClr>
                </a:solidFill>
              </a:defRPr>
            </a:lvl2pPr>
            <a:lvl3pPr marL="399593" indent="0">
              <a:buNone/>
              <a:defRPr sz="787">
                <a:solidFill>
                  <a:schemeClr val="tx1">
                    <a:tint val="82000"/>
                  </a:schemeClr>
                </a:solidFill>
              </a:defRPr>
            </a:lvl3pPr>
            <a:lvl4pPr marL="599389" indent="0">
              <a:buNone/>
              <a:defRPr sz="699">
                <a:solidFill>
                  <a:schemeClr val="tx1">
                    <a:tint val="82000"/>
                  </a:schemeClr>
                </a:solidFill>
              </a:defRPr>
            </a:lvl4pPr>
            <a:lvl5pPr marL="799186" indent="0">
              <a:buNone/>
              <a:defRPr sz="699">
                <a:solidFill>
                  <a:schemeClr val="tx1">
                    <a:tint val="82000"/>
                  </a:schemeClr>
                </a:solidFill>
              </a:defRPr>
            </a:lvl5pPr>
            <a:lvl6pPr marL="998982" indent="0">
              <a:buNone/>
              <a:defRPr sz="699">
                <a:solidFill>
                  <a:schemeClr val="tx1">
                    <a:tint val="82000"/>
                  </a:schemeClr>
                </a:solidFill>
              </a:defRPr>
            </a:lvl6pPr>
            <a:lvl7pPr marL="1198778" indent="0">
              <a:buNone/>
              <a:defRPr sz="699">
                <a:solidFill>
                  <a:schemeClr val="tx1">
                    <a:tint val="82000"/>
                  </a:schemeClr>
                </a:solidFill>
              </a:defRPr>
            </a:lvl7pPr>
            <a:lvl8pPr marL="1398575" indent="0">
              <a:buNone/>
              <a:defRPr sz="699">
                <a:solidFill>
                  <a:schemeClr val="tx1">
                    <a:tint val="82000"/>
                  </a:schemeClr>
                </a:solidFill>
              </a:defRPr>
            </a:lvl8pPr>
            <a:lvl9pPr marL="1598371" indent="0">
              <a:buNone/>
              <a:defRPr sz="69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C4C08-8109-0D11-7E00-0D751A7E9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8013-008A-4316-B9B6-B44ADD31C3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5E866-8A2E-7C2A-AFA9-6EB7173B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E4F8A-87A8-C444-D574-D2018215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81DC-90D6-4908-8B41-16ED1ABBC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3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A0C6-6EEC-C6E9-5FD2-C50BC323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9E055-8FCB-D72C-525B-06362EC8E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6277" y="2012414"/>
            <a:ext cx="226425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7B2E7-E3FC-6F19-95F3-3A76B30D3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97124" y="2012414"/>
            <a:ext cx="226425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2D116-1C06-BB37-D0EB-36BAF110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8013-008A-4316-B9B6-B44ADD31C3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37036-AE38-E88D-220B-42907B4AB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FE545-CE0E-E757-C3C7-CC2C5782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81DC-90D6-4908-8B41-16ED1ABBC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14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664D-5940-9AE6-0DCA-177FDCDBD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70" y="402484"/>
            <a:ext cx="4595098" cy="14611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E87FB-325D-B4BC-6A17-129AB2231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6971" y="1853171"/>
            <a:ext cx="2253845" cy="908210"/>
          </a:xfrm>
        </p:spPr>
        <p:txBody>
          <a:bodyPr anchor="b"/>
          <a:lstStyle>
            <a:lvl1pPr marL="0" indent="0">
              <a:buNone/>
              <a:defRPr sz="1049" b="1"/>
            </a:lvl1pPr>
            <a:lvl2pPr marL="199796" indent="0">
              <a:buNone/>
              <a:defRPr sz="874" b="1"/>
            </a:lvl2pPr>
            <a:lvl3pPr marL="399593" indent="0">
              <a:buNone/>
              <a:defRPr sz="787" b="1"/>
            </a:lvl3pPr>
            <a:lvl4pPr marL="599389" indent="0">
              <a:buNone/>
              <a:defRPr sz="699" b="1"/>
            </a:lvl4pPr>
            <a:lvl5pPr marL="799186" indent="0">
              <a:buNone/>
              <a:defRPr sz="699" b="1"/>
            </a:lvl5pPr>
            <a:lvl6pPr marL="998982" indent="0">
              <a:buNone/>
              <a:defRPr sz="699" b="1"/>
            </a:lvl6pPr>
            <a:lvl7pPr marL="1198778" indent="0">
              <a:buNone/>
              <a:defRPr sz="699" b="1"/>
            </a:lvl7pPr>
            <a:lvl8pPr marL="1398575" indent="0">
              <a:buNone/>
              <a:defRPr sz="699" b="1"/>
            </a:lvl8pPr>
            <a:lvl9pPr marL="1598371" indent="0">
              <a:buNone/>
              <a:defRPr sz="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65B74-FE46-BE07-97B8-60042A250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6971" y="2761381"/>
            <a:ext cx="2253845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3DBA1-4720-3D38-0517-67C6FEC58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97124" y="1853171"/>
            <a:ext cx="2264945" cy="908210"/>
          </a:xfrm>
        </p:spPr>
        <p:txBody>
          <a:bodyPr anchor="b"/>
          <a:lstStyle>
            <a:lvl1pPr marL="0" indent="0">
              <a:buNone/>
              <a:defRPr sz="1049" b="1"/>
            </a:lvl1pPr>
            <a:lvl2pPr marL="199796" indent="0">
              <a:buNone/>
              <a:defRPr sz="874" b="1"/>
            </a:lvl2pPr>
            <a:lvl3pPr marL="399593" indent="0">
              <a:buNone/>
              <a:defRPr sz="787" b="1"/>
            </a:lvl3pPr>
            <a:lvl4pPr marL="599389" indent="0">
              <a:buNone/>
              <a:defRPr sz="699" b="1"/>
            </a:lvl4pPr>
            <a:lvl5pPr marL="799186" indent="0">
              <a:buNone/>
              <a:defRPr sz="699" b="1"/>
            </a:lvl5pPr>
            <a:lvl6pPr marL="998982" indent="0">
              <a:buNone/>
              <a:defRPr sz="699" b="1"/>
            </a:lvl6pPr>
            <a:lvl7pPr marL="1198778" indent="0">
              <a:buNone/>
              <a:defRPr sz="699" b="1"/>
            </a:lvl7pPr>
            <a:lvl8pPr marL="1398575" indent="0">
              <a:buNone/>
              <a:defRPr sz="699" b="1"/>
            </a:lvl8pPr>
            <a:lvl9pPr marL="1598371" indent="0">
              <a:buNone/>
              <a:defRPr sz="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27C95-6C78-9A94-5DA7-9C08ADF79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97124" y="2761381"/>
            <a:ext cx="2264945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8CFB9A-D02B-D70D-5308-E2D89231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8013-008A-4316-B9B6-B44ADD31C3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A520C7-D58B-03A8-E292-1B620144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6608BE-32DD-2994-D358-69640805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81DC-90D6-4908-8B41-16ED1ABBC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4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4566-367E-451E-8A22-8FE973B98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7DC178-303A-8BAD-3B9B-D0BBB38A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8013-008A-4316-B9B6-B44ADD31C3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69F74-3C9E-CD93-7A8D-6E100792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B5B74-5643-1D7B-C42D-D1BB0A33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81DC-90D6-4908-8B41-16ED1ABBC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28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9ABBA-0C0D-7F8C-C494-4DBCA9DD7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8013-008A-4316-B9B6-B44ADD31C3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456C2-9844-46A0-DE53-86BDD429D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E4F51-FC64-E939-E62C-21B6289E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81DC-90D6-4908-8B41-16ED1ABBC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5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993E5-6DF0-A35F-9E3F-874A0342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70" y="503978"/>
            <a:ext cx="1718306" cy="1763924"/>
          </a:xfrm>
        </p:spPr>
        <p:txBody>
          <a:bodyPr anchor="b"/>
          <a:lstStyle>
            <a:lvl1pPr>
              <a:defRPr sz="1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CB16C-0358-BF50-32F3-F5C0805DA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4946" y="1088455"/>
            <a:ext cx="2697123" cy="5372269"/>
          </a:xfrm>
        </p:spPr>
        <p:txBody>
          <a:bodyPr/>
          <a:lstStyle>
            <a:lvl1pPr>
              <a:defRPr sz="1398"/>
            </a:lvl1pPr>
            <a:lvl2pPr>
              <a:defRPr sz="1224"/>
            </a:lvl2pPr>
            <a:lvl3pPr>
              <a:defRPr sz="1049"/>
            </a:lvl3pPr>
            <a:lvl4pPr>
              <a:defRPr sz="874"/>
            </a:lvl4pPr>
            <a:lvl5pPr>
              <a:defRPr sz="874"/>
            </a:lvl5pPr>
            <a:lvl6pPr>
              <a:defRPr sz="874"/>
            </a:lvl6pPr>
            <a:lvl7pPr>
              <a:defRPr sz="874"/>
            </a:lvl7pPr>
            <a:lvl8pPr>
              <a:defRPr sz="874"/>
            </a:lvl8pPr>
            <a:lvl9pPr>
              <a:defRPr sz="8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CDCEF-DFF9-6799-0C9C-A04D03684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6970" y="2267902"/>
            <a:ext cx="1718306" cy="4201570"/>
          </a:xfrm>
        </p:spPr>
        <p:txBody>
          <a:bodyPr/>
          <a:lstStyle>
            <a:lvl1pPr marL="0" indent="0">
              <a:buNone/>
              <a:defRPr sz="699"/>
            </a:lvl1pPr>
            <a:lvl2pPr marL="199796" indent="0">
              <a:buNone/>
              <a:defRPr sz="612"/>
            </a:lvl2pPr>
            <a:lvl3pPr marL="399593" indent="0">
              <a:buNone/>
              <a:defRPr sz="524"/>
            </a:lvl3pPr>
            <a:lvl4pPr marL="599389" indent="0">
              <a:buNone/>
              <a:defRPr sz="437"/>
            </a:lvl4pPr>
            <a:lvl5pPr marL="799186" indent="0">
              <a:buNone/>
              <a:defRPr sz="437"/>
            </a:lvl5pPr>
            <a:lvl6pPr marL="998982" indent="0">
              <a:buNone/>
              <a:defRPr sz="437"/>
            </a:lvl6pPr>
            <a:lvl7pPr marL="1198778" indent="0">
              <a:buNone/>
              <a:defRPr sz="437"/>
            </a:lvl7pPr>
            <a:lvl8pPr marL="1398575" indent="0">
              <a:buNone/>
              <a:defRPr sz="437"/>
            </a:lvl8pPr>
            <a:lvl9pPr marL="1598371" indent="0">
              <a:buNone/>
              <a:defRPr sz="4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F1E3E-0883-43F7-685B-6D482390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8013-008A-4316-B9B6-B44ADD31C3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05637-AFEA-14EC-253D-33CA1208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F9068-F72F-B3A4-D0F7-A94D7112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81DC-90D6-4908-8B41-16ED1ABBC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5BB93-6B60-C3F7-12C8-2139CB5B2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70" y="503978"/>
            <a:ext cx="1718306" cy="1763924"/>
          </a:xfrm>
        </p:spPr>
        <p:txBody>
          <a:bodyPr anchor="b"/>
          <a:lstStyle>
            <a:lvl1pPr>
              <a:defRPr sz="1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FA2355-5693-09EF-1443-BF1852E0CBD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264946" y="1088455"/>
            <a:ext cx="2697123" cy="5372269"/>
          </a:xfrm>
        </p:spPr>
        <p:txBody>
          <a:bodyPr/>
          <a:lstStyle>
            <a:lvl1pPr marL="0" indent="0">
              <a:buNone/>
              <a:defRPr sz="1398"/>
            </a:lvl1pPr>
            <a:lvl2pPr marL="199796" indent="0">
              <a:buNone/>
              <a:defRPr sz="1224"/>
            </a:lvl2pPr>
            <a:lvl3pPr marL="399593" indent="0">
              <a:buNone/>
              <a:defRPr sz="1049"/>
            </a:lvl3pPr>
            <a:lvl4pPr marL="599389" indent="0">
              <a:buNone/>
              <a:defRPr sz="874"/>
            </a:lvl4pPr>
            <a:lvl5pPr marL="799186" indent="0">
              <a:buNone/>
              <a:defRPr sz="874"/>
            </a:lvl5pPr>
            <a:lvl6pPr marL="998982" indent="0">
              <a:buNone/>
              <a:defRPr sz="874"/>
            </a:lvl6pPr>
            <a:lvl7pPr marL="1198778" indent="0">
              <a:buNone/>
              <a:defRPr sz="874"/>
            </a:lvl7pPr>
            <a:lvl8pPr marL="1398575" indent="0">
              <a:buNone/>
              <a:defRPr sz="874"/>
            </a:lvl8pPr>
            <a:lvl9pPr marL="1598371" indent="0">
              <a:buNone/>
              <a:defRPr sz="87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801A0-2EB3-5CD5-82B6-0B5C73981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6970" y="2267902"/>
            <a:ext cx="1718306" cy="4201570"/>
          </a:xfrm>
        </p:spPr>
        <p:txBody>
          <a:bodyPr/>
          <a:lstStyle>
            <a:lvl1pPr marL="0" indent="0">
              <a:buNone/>
              <a:defRPr sz="699"/>
            </a:lvl1pPr>
            <a:lvl2pPr marL="199796" indent="0">
              <a:buNone/>
              <a:defRPr sz="612"/>
            </a:lvl2pPr>
            <a:lvl3pPr marL="399593" indent="0">
              <a:buNone/>
              <a:defRPr sz="524"/>
            </a:lvl3pPr>
            <a:lvl4pPr marL="599389" indent="0">
              <a:buNone/>
              <a:defRPr sz="437"/>
            </a:lvl4pPr>
            <a:lvl5pPr marL="799186" indent="0">
              <a:buNone/>
              <a:defRPr sz="437"/>
            </a:lvl5pPr>
            <a:lvl6pPr marL="998982" indent="0">
              <a:buNone/>
              <a:defRPr sz="437"/>
            </a:lvl6pPr>
            <a:lvl7pPr marL="1198778" indent="0">
              <a:buNone/>
              <a:defRPr sz="437"/>
            </a:lvl7pPr>
            <a:lvl8pPr marL="1398575" indent="0">
              <a:buNone/>
              <a:defRPr sz="437"/>
            </a:lvl8pPr>
            <a:lvl9pPr marL="1598371" indent="0">
              <a:buNone/>
              <a:defRPr sz="4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41974-CC23-E5DE-D4CA-0BFEC9D4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8013-008A-4316-B9B6-B44ADD31C3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44DFB-96BF-4B11-5ADE-C369674B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584DC-667B-26E8-7C89-8703660C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81DC-90D6-4908-8B41-16ED1ABBC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4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7779C-004E-E0D8-65DB-04AECD8A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16706-5629-0754-3638-44AAE46B0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DCA0F-DE4F-0E93-20C1-90B6C1ADA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8013-008A-4316-B9B6-B44ADD31C3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1C824-EF9B-8C95-00BB-896C08CD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513D3-00FB-40F3-982F-67C77802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81DC-90D6-4908-8B41-16ED1ABBC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4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09810-3613-9246-BB98-43074313F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812600" y="402483"/>
            <a:ext cx="1148775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B7D25-5B87-F9A1-45AE-F7780C199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66276" y="402483"/>
            <a:ext cx="3379728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38829-9C2C-AFE5-25A7-6591D4BA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8013-008A-4316-B9B6-B44ADD31C3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7E10E-8A53-647B-4F3D-65FCDDB2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505A2-5735-BE53-C813-CF409A4A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81DC-90D6-4908-8B41-16ED1ABBC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4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402C1-B108-7AA4-9495-191C2EAA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76" y="402484"/>
            <a:ext cx="4595098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371FA-1C62-A1CD-CAEB-8E4F326D0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6276" y="2012414"/>
            <a:ext cx="4595098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4D9CA-6667-44F2-6C49-B9A1F14063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98013-008A-4316-B9B6-B44ADD31C3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53EC6-E261-A968-3BA6-970162250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742AF-5859-D398-CE92-F3D7F4CB0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62654" y="7006700"/>
            <a:ext cx="119872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D681DC-90D6-4908-8B41-16ED1ABBC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31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99593" rtl="0" eaLnBrk="1" latinLnBrk="0" hangingPunct="1">
        <a:lnSpc>
          <a:spcPct val="90000"/>
        </a:lnSpc>
        <a:spcBef>
          <a:spcPct val="0"/>
        </a:spcBef>
        <a:buNone/>
        <a:defRPr sz="19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9898" indent="-99898" algn="l" defTabSz="399593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1pPr>
      <a:lvl2pPr marL="299695" indent="-99898" algn="l" defTabSz="399593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2pPr>
      <a:lvl3pPr marL="499491" indent="-99898" algn="l" defTabSz="399593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3pPr>
      <a:lvl4pPr marL="699287" indent="-99898" algn="l" defTabSz="399593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7" kern="1200">
          <a:solidFill>
            <a:schemeClr val="tx1"/>
          </a:solidFill>
          <a:latin typeface="+mn-lt"/>
          <a:ea typeface="+mn-ea"/>
          <a:cs typeface="+mn-cs"/>
        </a:defRPr>
      </a:lvl4pPr>
      <a:lvl5pPr marL="899084" indent="-99898" algn="l" defTabSz="399593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7" kern="1200">
          <a:solidFill>
            <a:schemeClr val="tx1"/>
          </a:solidFill>
          <a:latin typeface="+mn-lt"/>
          <a:ea typeface="+mn-ea"/>
          <a:cs typeface="+mn-cs"/>
        </a:defRPr>
      </a:lvl5pPr>
      <a:lvl6pPr marL="1098880" indent="-99898" algn="l" defTabSz="399593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7" kern="1200">
          <a:solidFill>
            <a:schemeClr val="tx1"/>
          </a:solidFill>
          <a:latin typeface="+mn-lt"/>
          <a:ea typeface="+mn-ea"/>
          <a:cs typeface="+mn-cs"/>
        </a:defRPr>
      </a:lvl6pPr>
      <a:lvl7pPr marL="1298677" indent="-99898" algn="l" defTabSz="399593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7" kern="1200">
          <a:solidFill>
            <a:schemeClr val="tx1"/>
          </a:solidFill>
          <a:latin typeface="+mn-lt"/>
          <a:ea typeface="+mn-ea"/>
          <a:cs typeface="+mn-cs"/>
        </a:defRPr>
      </a:lvl7pPr>
      <a:lvl8pPr marL="1498473" indent="-99898" algn="l" defTabSz="399593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7" kern="1200">
          <a:solidFill>
            <a:schemeClr val="tx1"/>
          </a:solidFill>
          <a:latin typeface="+mn-lt"/>
          <a:ea typeface="+mn-ea"/>
          <a:cs typeface="+mn-cs"/>
        </a:defRPr>
      </a:lvl8pPr>
      <a:lvl9pPr marL="1698269" indent="-99898" algn="l" defTabSz="399593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9593" rtl="0" eaLnBrk="1" latinLnBrk="0" hangingPunct="1">
        <a:defRPr sz="787" kern="1200">
          <a:solidFill>
            <a:schemeClr val="tx1"/>
          </a:solidFill>
          <a:latin typeface="+mn-lt"/>
          <a:ea typeface="+mn-ea"/>
          <a:cs typeface="+mn-cs"/>
        </a:defRPr>
      </a:lvl1pPr>
      <a:lvl2pPr marL="199796" algn="l" defTabSz="399593" rtl="0" eaLnBrk="1" latinLnBrk="0" hangingPunct="1">
        <a:defRPr sz="787" kern="1200">
          <a:solidFill>
            <a:schemeClr val="tx1"/>
          </a:solidFill>
          <a:latin typeface="+mn-lt"/>
          <a:ea typeface="+mn-ea"/>
          <a:cs typeface="+mn-cs"/>
        </a:defRPr>
      </a:lvl2pPr>
      <a:lvl3pPr marL="399593" algn="l" defTabSz="399593" rtl="0" eaLnBrk="1" latinLnBrk="0" hangingPunct="1">
        <a:defRPr sz="787" kern="1200">
          <a:solidFill>
            <a:schemeClr val="tx1"/>
          </a:solidFill>
          <a:latin typeface="+mn-lt"/>
          <a:ea typeface="+mn-ea"/>
          <a:cs typeface="+mn-cs"/>
        </a:defRPr>
      </a:lvl3pPr>
      <a:lvl4pPr marL="599389" algn="l" defTabSz="399593" rtl="0" eaLnBrk="1" latinLnBrk="0" hangingPunct="1">
        <a:defRPr sz="787" kern="1200">
          <a:solidFill>
            <a:schemeClr val="tx1"/>
          </a:solidFill>
          <a:latin typeface="+mn-lt"/>
          <a:ea typeface="+mn-ea"/>
          <a:cs typeface="+mn-cs"/>
        </a:defRPr>
      </a:lvl4pPr>
      <a:lvl5pPr marL="799186" algn="l" defTabSz="399593" rtl="0" eaLnBrk="1" latinLnBrk="0" hangingPunct="1">
        <a:defRPr sz="787" kern="1200">
          <a:solidFill>
            <a:schemeClr val="tx1"/>
          </a:solidFill>
          <a:latin typeface="+mn-lt"/>
          <a:ea typeface="+mn-ea"/>
          <a:cs typeface="+mn-cs"/>
        </a:defRPr>
      </a:lvl5pPr>
      <a:lvl6pPr marL="998982" algn="l" defTabSz="399593" rtl="0" eaLnBrk="1" latinLnBrk="0" hangingPunct="1">
        <a:defRPr sz="787" kern="1200">
          <a:solidFill>
            <a:schemeClr val="tx1"/>
          </a:solidFill>
          <a:latin typeface="+mn-lt"/>
          <a:ea typeface="+mn-ea"/>
          <a:cs typeface="+mn-cs"/>
        </a:defRPr>
      </a:lvl6pPr>
      <a:lvl7pPr marL="1198778" algn="l" defTabSz="399593" rtl="0" eaLnBrk="1" latinLnBrk="0" hangingPunct="1">
        <a:defRPr sz="787" kern="1200">
          <a:solidFill>
            <a:schemeClr val="tx1"/>
          </a:solidFill>
          <a:latin typeface="+mn-lt"/>
          <a:ea typeface="+mn-ea"/>
          <a:cs typeface="+mn-cs"/>
        </a:defRPr>
      </a:lvl7pPr>
      <a:lvl8pPr marL="1398575" algn="l" defTabSz="399593" rtl="0" eaLnBrk="1" latinLnBrk="0" hangingPunct="1">
        <a:defRPr sz="787" kern="1200">
          <a:solidFill>
            <a:schemeClr val="tx1"/>
          </a:solidFill>
          <a:latin typeface="+mn-lt"/>
          <a:ea typeface="+mn-ea"/>
          <a:cs typeface="+mn-cs"/>
        </a:defRPr>
      </a:lvl8pPr>
      <a:lvl9pPr marL="1598371" algn="l" defTabSz="399593" rtl="0" eaLnBrk="1" latinLnBrk="0" hangingPunct="1">
        <a:defRPr sz="7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86A180-0B6E-1D2A-89B1-6A245A1AEDA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9400"/>
            <a:ext cx="5328031" cy="76960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635E43-C96B-82A1-8C18-2E06FF78F072}"/>
              </a:ext>
            </a:extLst>
          </p:cNvPr>
          <p:cNvSpPr/>
          <p:nvPr/>
        </p:nvSpPr>
        <p:spPr>
          <a:xfrm>
            <a:off x="0" y="0"/>
            <a:ext cx="5328031" cy="3810000"/>
          </a:xfrm>
          <a:prstGeom prst="rect">
            <a:avLst/>
          </a:prstGeom>
          <a:gradFill flip="none" rotWithShape="1">
            <a:gsLst>
              <a:gs pos="0">
                <a:srgbClr val="05070D"/>
              </a:gs>
              <a:gs pos="100000">
                <a:srgbClr val="05070D">
                  <a:alpha val="0"/>
                </a:srgbClr>
              </a:gs>
              <a:gs pos="55000">
                <a:srgbClr val="05070D">
                  <a:alpha val="85000"/>
                </a:srgbClr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FAF7AA-C00F-B7E2-11E6-C50309D726A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30200"/>
            <a:ext cx="272143" cy="381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045421-1DDB-C29F-1B27-1665E971ED06}"/>
              </a:ext>
            </a:extLst>
          </p:cNvPr>
          <p:cNvSpPr txBox="1"/>
          <p:nvPr/>
        </p:nvSpPr>
        <p:spPr>
          <a:xfrm>
            <a:off x="711200" y="355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50" b="1">
                <a:solidFill>
                  <a:srgbClr val="FFFFFF"/>
                </a:solidFill>
                <a:latin typeface="Arial" panose="020B0604020202020204" pitchFamily="34" charset="0"/>
              </a:rPr>
              <a:t>DTU Construct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407E95-7018-DF44-188E-225E1C4E4026}"/>
              </a:ext>
            </a:extLst>
          </p:cNvPr>
          <p:cNvSpPr txBox="1"/>
          <p:nvPr/>
        </p:nvSpPr>
        <p:spPr>
          <a:xfrm>
            <a:off x="711200" y="5207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C4CAD6"/>
                </a:solidFill>
                <a:latin typeface="Arial" panose="020B0604020202020204" pitchFamily="34" charset="0"/>
              </a:rPr>
              <a:t>Section of Materials and Surface Engineering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797DA-78A3-BED0-2F83-AF344C6D6BF1}"/>
              </a:ext>
            </a:extLst>
          </p:cNvPr>
          <p:cNvSpPr txBox="1"/>
          <p:nvPr/>
        </p:nvSpPr>
        <p:spPr>
          <a:xfrm>
            <a:off x="355600" y="1066800"/>
            <a:ext cx="4616831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88000"/>
              </a:lnSpc>
            </a:pPr>
            <a:r>
              <a:rPr lang="en-US" sz="3800" b="1">
                <a:solidFill>
                  <a:srgbClr val="FFFFFF"/>
                </a:solidFill>
                <a:latin typeface="Arial" panose="020B0604020202020204" pitchFamily="34" charset="0"/>
              </a:rPr>
              <a:t>Find your</a:t>
            </a:r>
          </a:p>
          <a:p>
            <a:pPr>
              <a:lnSpc>
                <a:spcPct val="88000"/>
              </a:lnSpc>
            </a:pPr>
            <a:r>
              <a:rPr lang="en-US" sz="3800" b="1">
                <a:solidFill>
                  <a:srgbClr val="FFFFFF"/>
                </a:solidFill>
                <a:latin typeface="Arial" panose="020B0604020202020204" pitchFamily="34" charset="0"/>
              </a:rPr>
              <a:t>thesis 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5F6DF-9707-6DEC-D1FB-B3BC36DF0ABA}"/>
              </a:ext>
            </a:extLst>
          </p:cNvPr>
          <p:cNvSpPr txBox="1"/>
          <p:nvPr/>
        </p:nvSpPr>
        <p:spPr>
          <a:xfrm>
            <a:off x="355600" y="2235200"/>
            <a:ext cx="4616831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FF5A36"/>
                </a:solidFill>
                <a:latin typeface="Arial" panose="020B0604020202020204" pitchFamily="34" charset="0"/>
              </a:rPr>
              <a:t>Bachelor and master projects 2026–2027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BB18E-57F2-F7E3-52F1-29571E114250}"/>
              </a:ext>
            </a:extLst>
          </p:cNvPr>
          <p:cNvSpPr txBox="1"/>
          <p:nvPr/>
        </p:nvSpPr>
        <p:spPr>
          <a:xfrm>
            <a:off x="355600" y="2590800"/>
            <a:ext cx="4362831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52400" indent="-152400">
              <a:spcAft>
                <a:spcPts val="400"/>
              </a:spcAft>
              <a:buClr>
                <a:srgbClr val="FF5A36"/>
              </a:buClr>
              <a:buSzPct val="70000"/>
              <a:buFont typeface="+mj-lt"/>
              <a:buChar char="■"/>
            </a:pPr>
            <a:r>
              <a:rPr lang="en-US" sz="1000">
                <a:solidFill>
                  <a:srgbClr val="FFFFFF"/>
                </a:solidFill>
                <a:latin typeface="Arial" panose="020B0604020202020204" pitchFamily="34" charset="0"/>
              </a:rPr>
              <a:t>21 projects, many with partners in industry and research</a:t>
            </a:r>
          </a:p>
          <a:p>
            <a:pPr marL="152400" indent="-152400">
              <a:spcAft>
                <a:spcPts val="400"/>
              </a:spcAft>
              <a:buClr>
                <a:srgbClr val="FF5A36"/>
              </a:buClr>
              <a:buSzPct val="70000"/>
              <a:buFont typeface="+mj-lt"/>
              <a:buChar char="■"/>
            </a:pPr>
            <a:r>
              <a:rPr lang="en-US" sz="1000">
                <a:solidFill>
                  <a:srgbClr val="FFFFFF"/>
                </a:solidFill>
                <a:latin typeface="Arial" panose="020B0604020202020204" pitchFamily="34" charset="0"/>
              </a:rPr>
              <a:t>Most projects can be done as group work – talk to the supervisors</a:t>
            </a:r>
          </a:p>
          <a:p>
            <a:pPr marL="152400" indent="-152400">
              <a:spcAft>
                <a:spcPts val="400"/>
              </a:spcAft>
              <a:buClr>
                <a:srgbClr val="FF5A36"/>
              </a:buClr>
              <a:buSzPct val="70000"/>
              <a:buFont typeface="+mj-lt"/>
              <a:buChar char="■"/>
            </a:pPr>
            <a:r>
              <a:rPr lang="en-US" sz="1000">
                <a:solidFill>
                  <a:srgbClr val="FFFFFF"/>
                </a:solidFill>
                <a:latin typeface="Arial" panose="020B0604020202020204" pitchFamily="34" charset="0"/>
              </a:rPr>
              <a:t>Not ready yet? Take a project course first – contact Karen Pantleon (kapa@dtu.dk)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AD3097-C72D-5F75-380F-BB1905B170FE}"/>
              </a:ext>
            </a:extLst>
          </p:cNvPr>
          <p:cNvSpPr txBox="1"/>
          <p:nvPr/>
        </p:nvSpPr>
        <p:spPr>
          <a:xfrm>
            <a:off x="355600" y="3928405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Coating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66DA8A-4E92-8614-1C7D-A51B942403DD}"/>
              </a:ext>
            </a:extLst>
          </p:cNvPr>
          <p:cNvSpPr txBox="1"/>
          <p:nvPr/>
        </p:nvSpPr>
        <p:spPr>
          <a:xfrm>
            <a:off x="355600" y="4467128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Diffusion zone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DD80EB-61FC-B587-9A62-8727EB407803}"/>
              </a:ext>
            </a:extLst>
          </p:cNvPr>
          <p:cNvSpPr/>
          <p:nvPr/>
        </p:nvSpPr>
        <p:spPr>
          <a:xfrm>
            <a:off x="355600" y="5207000"/>
            <a:ext cx="1625600" cy="193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228600" dist="50800" dir="5400000" rotWithShape="0">
              <a:srgbClr val="05070D">
                <a:alpha val="65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324B50-D368-8FD1-127A-9224F956181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359400"/>
            <a:ext cx="1320800" cy="1320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35723EC-34ED-4983-0226-A3815752666F}"/>
              </a:ext>
            </a:extLst>
          </p:cNvPr>
          <p:cNvSpPr txBox="1"/>
          <p:nvPr/>
        </p:nvSpPr>
        <p:spPr>
          <a:xfrm>
            <a:off x="355600" y="67818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00" b="1">
                <a:solidFill>
                  <a:srgbClr val="05070D"/>
                </a:solidFill>
                <a:latin typeface="Arial" panose="020B0604020202020204" pitchFamily="34" charset="0"/>
              </a:rPr>
              <a:t>Scan to browse</a:t>
            </a:r>
          </a:p>
          <a:p>
            <a:pPr algn="ctr"/>
            <a:r>
              <a:rPr lang="en-US" sz="900" b="1">
                <a:solidFill>
                  <a:srgbClr val="05070D"/>
                </a:solidFill>
                <a:latin typeface="Arial" panose="020B0604020202020204" pitchFamily="34" charset="0"/>
              </a:rPr>
              <a:t>all projects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FF63B4-6E8A-8D70-2FB1-2A1E367D9E0B}"/>
              </a:ext>
            </a:extLst>
          </p:cNvPr>
          <p:cNvSpPr/>
          <p:nvPr/>
        </p:nvSpPr>
        <p:spPr>
          <a:xfrm>
            <a:off x="0" y="7229856"/>
            <a:ext cx="5328031" cy="330200"/>
          </a:xfrm>
          <a:prstGeom prst="rect">
            <a:avLst/>
          </a:prstGeom>
          <a:solidFill>
            <a:srgbClr val="05070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71E08C-C19D-5EA3-3727-2BA8C9AAA3C3}"/>
              </a:ext>
            </a:extLst>
          </p:cNvPr>
          <p:cNvSpPr/>
          <p:nvPr/>
        </p:nvSpPr>
        <p:spPr>
          <a:xfrm>
            <a:off x="0" y="7229856"/>
            <a:ext cx="5328031" cy="25400"/>
          </a:xfrm>
          <a:prstGeom prst="rect">
            <a:avLst/>
          </a:prstGeom>
          <a:solidFill>
            <a:srgbClr val="9900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678621-7918-C511-381C-8019F9EEBD66}"/>
              </a:ext>
            </a:extLst>
          </p:cNvPr>
          <p:cNvSpPr txBox="1"/>
          <p:nvPr/>
        </p:nvSpPr>
        <p:spPr>
          <a:xfrm>
            <a:off x="3448431" y="7344156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C4CAD6"/>
                </a:solidFill>
                <a:latin typeface="Arial" panose="020B0604020202020204" pitchFamily="34" charset="0"/>
              </a:rPr>
              <a:t>DTU Construct</a:t>
            </a:r>
          </a:p>
        </p:txBody>
      </p:sp>
    </p:spTree>
    <p:extLst>
      <p:ext uri="{BB962C8B-B14F-4D97-AF65-F5344CB8AC3E}">
        <p14:creationId xmlns:p14="http://schemas.microsoft.com/office/powerpoint/2010/main" val="1119650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TECHNICAL UNIVERSITY OF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Masoud Hasany</dc:creator>
  <cp:lastModifiedBy>Masoud Hasany</cp:lastModifiedBy>
  <cp:revision>1</cp:revision>
  <dcterms:created xsi:type="dcterms:W3CDTF">2026-10-28T11:35:13Z</dcterms:created>
  <dcterms:modified xsi:type="dcterms:W3CDTF">2026-10-28T11:35:13Z</dcterms:modified>
</cp:coreProperties>
</file>