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5327650" cy="7559675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612D4-3EE0-87E6-35C4-E62053A6CF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5956" y="1237197"/>
            <a:ext cx="3995738" cy="2631887"/>
          </a:xfrm>
        </p:spPr>
        <p:txBody>
          <a:bodyPr anchor="b"/>
          <a:lstStyle>
            <a:lvl1pPr algn="ctr">
              <a:defRPr sz="2622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BD263F-58D8-B611-E55E-09EABA62A1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5956" y="3970580"/>
            <a:ext cx="3995738" cy="1825171"/>
          </a:xfrm>
        </p:spPr>
        <p:txBody>
          <a:bodyPr/>
          <a:lstStyle>
            <a:lvl1pPr marL="0" indent="0" algn="ctr">
              <a:buNone/>
              <a:defRPr sz="1049"/>
            </a:lvl1pPr>
            <a:lvl2pPr marL="199796" indent="0" algn="ctr">
              <a:buNone/>
              <a:defRPr sz="874"/>
            </a:lvl2pPr>
            <a:lvl3pPr marL="399593" indent="0" algn="ctr">
              <a:buNone/>
              <a:defRPr sz="787"/>
            </a:lvl3pPr>
            <a:lvl4pPr marL="599389" indent="0" algn="ctr">
              <a:buNone/>
              <a:defRPr sz="699"/>
            </a:lvl4pPr>
            <a:lvl5pPr marL="799186" indent="0" algn="ctr">
              <a:buNone/>
              <a:defRPr sz="699"/>
            </a:lvl5pPr>
            <a:lvl6pPr marL="998982" indent="0" algn="ctr">
              <a:buNone/>
              <a:defRPr sz="699"/>
            </a:lvl6pPr>
            <a:lvl7pPr marL="1198778" indent="0" algn="ctr">
              <a:buNone/>
              <a:defRPr sz="699"/>
            </a:lvl7pPr>
            <a:lvl8pPr marL="1398575" indent="0" algn="ctr">
              <a:buNone/>
              <a:defRPr sz="699"/>
            </a:lvl8pPr>
            <a:lvl9pPr marL="1598371" indent="0" algn="ctr">
              <a:buNone/>
              <a:defRPr sz="699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9988AF-0EE4-4FB7-8308-F05B6749C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B0049-ECB1-450D-8AAD-F92528287912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EA3774-DFF6-9D63-28D6-93AA1C211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ADC12B-EDDB-D8DD-8635-CEE76DA69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87D38-685D-49A4-927F-FD1C1A5E76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9227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3D97E-A759-0198-7747-3B5C2BAEB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A810EC-A91D-F4A1-9CB0-710F467B2B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E8C1F6-B23F-5B87-57FD-1E06B808F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B0049-ECB1-450D-8AAD-F92528287912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A62B5A-B900-94E5-5A3C-71BB560372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C8C3E1-A650-7CC9-D7D6-869532BAB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87D38-685D-49A4-927F-FD1C1A5E76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469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DC968-EFF2-084C-91EB-E2566714E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501" y="1884671"/>
            <a:ext cx="4595098" cy="3144614"/>
          </a:xfrm>
        </p:spPr>
        <p:txBody>
          <a:bodyPr anchor="b"/>
          <a:lstStyle>
            <a:lvl1pPr>
              <a:defRPr sz="2622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BD18AB-FCEF-CB75-C2A2-755AE905CA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3501" y="5059035"/>
            <a:ext cx="4595098" cy="1653678"/>
          </a:xfrm>
        </p:spPr>
        <p:txBody>
          <a:bodyPr/>
          <a:lstStyle>
            <a:lvl1pPr marL="0" indent="0">
              <a:buNone/>
              <a:defRPr sz="1049">
                <a:solidFill>
                  <a:schemeClr val="tx1">
                    <a:tint val="82000"/>
                  </a:schemeClr>
                </a:solidFill>
              </a:defRPr>
            </a:lvl1pPr>
            <a:lvl2pPr marL="199796" indent="0">
              <a:buNone/>
              <a:defRPr sz="874">
                <a:solidFill>
                  <a:schemeClr val="tx1">
                    <a:tint val="82000"/>
                  </a:schemeClr>
                </a:solidFill>
              </a:defRPr>
            </a:lvl2pPr>
            <a:lvl3pPr marL="399593" indent="0">
              <a:buNone/>
              <a:defRPr sz="787">
                <a:solidFill>
                  <a:schemeClr val="tx1">
                    <a:tint val="82000"/>
                  </a:schemeClr>
                </a:solidFill>
              </a:defRPr>
            </a:lvl3pPr>
            <a:lvl4pPr marL="599389" indent="0">
              <a:buNone/>
              <a:defRPr sz="699">
                <a:solidFill>
                  <a:schemeClr val="tx1">
                    <a:tint val="82000"/>
                  </a:schemeClr>
                </a:solidFill>
              </a:defRPr>
            </a:lvl4pPr>
            <a:lvl5pPr marL="799186" indent="0">
              <a:buNone/>
              <a:defRPr sz="699">
                <a:solidFill>
                  <a:schemeClr val="tx1">
                    <a:tint val="82000"/>
                  </a:schemeClr>
                </a:solidFill>
              </a:defRPr>
            </a:lvl5pPr>
            <a:lvl6pPr marL="998982" indent="0">
              <a:buNone/>
              <a:defRPr sz="699">
                <a:solidFill>
                  <a:schemeClr val="tx1">
                    <a:tint val="82000"/>
                  </a:schemeClr>
                </a:solidFill>
              </a:defRPr>
            </a:lvl6pPr>
            <a:lvl7pPr marL="1198778" indent="0">
              <a:buNone/>
              <a:defRPr sz="699">
                <a:solidFill>
                  <a:schemeClr val="tx1">
                    <a:tint val="82000"/>
                  </a:schemeClr>
                </a:solidFill>
              </a:defRPr>
            </a:lvl7pPr>
            <a:lvl8pPr marL="1398575" indent="0">
              <a:buNone/>
              <a:defRPr sz="699">
                <a:solidFill>
                  <a:schemeClr val="tx1">
                    <a:tint val="82000"/>
                  </a:schemeClr>
                </a:solidFill>
              </a:defRPr>
            </a:lvl8pPr>
            <a:lvl9pPr marL="1598371" indent="0">
              <a:buNone/>
              <a:defRPr sz="69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F280E2-1279-0A08-42CC-41F3907F3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B0049-ECB1-450D-8AAD-F92528287912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3EF9A-6442-4441-E267-DE3991DB3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05FC79-2826-BEE2-14D9-649550E9C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87D38-685D-49A4-927F-FD1C1A5E76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511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3799A-665D-E62C-E482-69726B4F2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763540-304F-2A42-578D-13B7E85063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66277" y="2012414"/>
            <a:ext cx="2264251" cy="47965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75F1B7-561E-2E5A-1540-A0C2474F23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697124" y="2012414"/>
            <a:ext cx="2264251" cy="47965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DC14F8-FD76-5B59-8AF3-7FA71DDD3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B0049-ECB1-450D-8AAD-F92528287912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931C8E-7CDC-5913-7B23-66287ECAD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97774C-B793-FDBB-9713-C14EFB5CA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87D38-685D-49A4-927F-FD1C1A5E76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8565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02710-23DB-EA7C-ED53-70856AF4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970" y="402484"/>
            <a:ext cx="4595098" cy="146118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0F2F9C-3840-1714-66FE-DD6C6379B2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6971" y="1853171"/>
            <a:ext cx="2253845" cy="908210"/>
          </a:xfrm>
        </p:spPr>
        <p:txBody>
          <a:bodyPr anchor="b"/>
          <a:lstStyle>
            <a:lvl1pPr marL="0" indent="0">
              <a:buNone/>
              <a:defRPr sz="1049" b="1"/>
            </a:lvl1pPr>
            <a:lvl2pPr marL="199796" indent="0">
              <a:buNone/>
              <a:defRPr sz="874" b="1"/>
            </a:lvl2pPr>
            <a:lvl3pPr marL="399593" indent="0">
              <a:buNone/>
              <a:defRPr sz="787" b="1"/>
            </a:lvl3pPr>
            <a:lvl4pPr marL="599389" indent="0">
              <a:buNone/>
              <a:defRPr sz="699" b="1"/>
            </a:lvl4pPr>
            <a:lvl5pPr marL="799186" indent="0">
              <a:buNone/>
              <a:defRPr sz="699" b="1"/>
            </a:lvl5pPr>
            <a:lvl6pPr marL="998982" indent="0">
              <a:buNone/>
              <a:defRPr sz="699" b="1"/>
            </a:lvl6pPr>
            <a:lvl7pPr marL="1198778" indent="0">
              <a:buNone/>
              <a:defRPr sz="699" b="1"/>
            </a:lvl7pPr>
            <a:lvl8pPr marL="1398575" indent="0">
              <a:buNone/>
              <a:defRPr sz="699" b="1"/>
            </a:lvl8pPr>
            <a:lvl9pPr marL="1598371" indent="0">
              <a:buNone/>
              <a:defRPr sz="69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6B5271-6A68-2CB5-42C2-6829A0FDD8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66971" y="2761381"/>
            <a:ext cx="2253845" cy="40615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67157C-ED43-D2FC-F937-F51143AE6F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697124" y="1853171"/>
            <a:ext cx="2264945" cy="908210"/>
          </a:xfrm>
        </p:spPr>
        <p:txBody>
          <a:bodyPr anchor="b"/>
          <a:lstStyle>
            <a:lvl1pPr marL="0" indent="0">
              <a:buNone/>
              <a:defRPr sz="1049" b="1"/>
            </a:lvl1pPr>
            <a:lvl2pPr marL="199796" indent="0">
              <a:buNone/>
              <a:defRPr sz="874" b="1"/>
            </a:lvl2pPr>
            <a:lvl3pPr marL="399593" indent="0">
              <a:buNone/>
              <a:defRPr sz="787" b="1"/>
            </a:lvl3pPr>
            <a:lvl4pPr marL="599389" indent="0">
              <a:buNone/>
              <a:defRPr sz="699" b="1"/>
            </a:lvl4pPr>
            <a:lvl5pPr marL="799186" indent="0">
              <a:buNone/>
              <a:defRPr sz="699" b="1"/>
            </a:lvl5pPr>
            <a:lvl6pPr marL="998982" indent="0">
              <a:buNone/>
              <a:defRPr sz="699" b="1"/>
            </a:lvl6pPr>
            <a:lvl7pPr marL="1198778" indent="0">
              <a:buNone/>
              <a:defRPr sz="699" b="1"/>
            </a:lvl7pPr>
            <a:lvl8pPr marL="1398575" indent="0">
              <a:buNone/>
              <a:defRPr sz="699" b="1"/>
            </a:lvl8pPr>
            <a:lvl9pPr marL="1598371" indent="0">
              <a:buNone/>
              <a:defRPr sz="69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179AA3-F9FF-CEFF-4B79-C6D58492B3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2697124" y="2761381"/>
            <a:ext cx="2264945" cy="40615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C32218-DB11-3546-DA8F-6F1BA6CE85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B0049-ECB1-450D-8AAD-F92528287912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3D03FC9-08EA-CD0A-92C4-CCC0B5A70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1174B2-6BA1-AB4E-2A42-B65110DA8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87D38-685D-49A4-927F-FD1C1A5E76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2138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B5DC4-24AE-BBC0-295C-9477FF427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8480A1-2F90-746A-92AE-DECF29D51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B0049-ECB1-450D-8AAD-F92528287912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7CC830-51DF-6828-B287-6C90A136A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718151-51FD-52E2-46A7-C13F416FB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87D38-685D-49A4-927F-FD1C1A5E76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3515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4BC63-5604-16F2-9966-627A40059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B0049-ECB1-450D-8AAD-F92528287912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36E5EB-B836-74AC-9B42-E0A8835FC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42BDD9-8150-E2C2-5E7C-E95F9E111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87D38-685D-49A4-927F-FD1C1A5E76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776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1A91E-239F-72E2-E969-BC88BFCD0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970" y="503978"/>
            <a:ext cx="1718306" cy="1763924"/>
          </a:xfrm>
        </p:spPr>
        <p:txBody>
          <a:bodyPr anchor="b"/>
          <a:lstStyle>
            <a:lvl1pPr>
              <a:defRPr sz="1398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7F21A-EF4B-EA0A-C1D1-FED3C1B77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64946" y="1088455"/>
            <a:ext cx="2697123" cy="5372269"/>
          </a:xfrm>
        </p:spPr>
        <p:txBody>
          <a:bodyPr/>
          <a:lstStyle>
            <a:lvl1pPr>
              <a:defRPr sz="1398"/>
            </a:lvl1pPr>
            <a:lvl2pPr>
              <a:defRPr sz="1224"/>
            </a:lvl2pPr>
            <a:lvl3pPr>
              <a:defRPr sz="1049"/>
            </a:lvl3pPr>
            <a:lvl4pPr>
              <a:defRPr sz="874"/>
            </a:lvl4pPr>
            <a:lvl5pPr>
              <a:defRPr sz="874"/>
            </a:lvl5pPr>
            <a:lvl6pPr>
              <a:defRPr sz="874"/>
            </a:lvl6pPr>
            <a:lvl7pPr>
              <a:defRPr sz="874"/>
            </a:lvl7pPr>
            <a:lvl8pPr>
              <a:defRPr sz="874"/>
            </a:lvl8pPr>
            <a:lvl9pPr>
              <a:defRPr sz="87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FEFA5F-E061-1D2A-D5FD-EB34CA74A8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66970" y="2267902"/>
            <a:ext cx="1718306" cy="4201570"/>
          </a:xfrm>
        </p:spPr>
        <p:txBody>
          <a:bodyPr/>
          <a:lstStyle>
            <a:lvl1pPr marL="0" indent="0">
              <a:buNone/>
              <a:defRPr sz="699"/>
            </a:lvl1pPr>
            <a:lvl2pPr marL="199796" indent="0">
              <a:buNone/>
              <a:defRPr sz="612"/>
            </a:lvl2pPr>
            <a:lvl3pPr marL="399593" indent="0">
              <a:buNone/>
              <a:defRPr sz="524"/>
            </a:lvl3pPr>
            <a:lvl4pPr marL="599389" indent="0">
              <a:buNone/>
              <a:defRPr sz="437"/>
            </a:lvl4pPr>
            <a:lvl5pPr marL="799186" indent="0">
              <a:buNone/>
              <a:defRPr sz="437"/>
            </a:lvl5pPr>
            <a:lvl6pPr marL="998982" indent="0">
              <a:buNone/>
              <a:defRPr sz="437"/>
            </a:lvl6pPr>
            <a:lvl7pPr marL="1198778" indent="0">
              <a:buNone/>
              <a:defRPr sz="437"/>
            </a:lvl7pPr>
            <a:lvl8pPr marL="1398575" indent="0">
              <a:buNone/>
              <a:defRPr sz="437"/>
            </a:lvl8pPr>
            <a:lvl9pPr marL="1598371" indent="0">
              <a:buNone/>
              <a:defRPr sz="43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007128-8952-6926-8835-9AB47986C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B0049-ECB1-450D-8AAD-F92528287912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39BCED-F14C-1F4F-CA9C-508D3424A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66C61A-9923-E699-7EF0-B357BED53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87D38-685D-49A4-927F-FD1C1A5E76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0709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13C96-E06F-9491-329E-FE410BA760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970" y="503978"/>
            <a:ext cx="1718306" cy="1763924"/>
          </a:xfrm>
        </p:spPr>
        <p:txBody>
          <a:bodyPr anchor="b"/>
          <a:lstStyle>
            <a:lvl1pPr>
              <a:defRPr sz="1398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49291BF-923A-6F4F-D612-5473578BE16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2264946" y="1088455"/>
            <a:ext cx="2697123" cy="5372269"/>
          </a:xfrm>
        </p:spPr>
        <p:txBody>
          <a:bodyPr/>
          <a:lstStyle>
            <a:lvl1pPr marL="0" indent="0">
              <a:buNone/>
              <a:defRPr sz="1398"/>
            </a:lvl1pPr>
            <a:lvl2pPr marL="199796" indent="0">
              <a:buNone/>
              <a:defRPr sz="1224"/>
            </a:lvl2pPr>
            <a:lvl3pPr marL="399593" indent="0">
              <a:buNone/>
              <a:defRPr sz="1049"/>
            </a:lvl3pPr>
            <a:lvl4pPr marL="599389" indent="0">
              <a:buNone/>
              <a:defRPr sz="874"/>
            </a:lvl4pPr>
            <a:lvl5pPr marL="799186" indent="0">
              <a:buNone/>
              <a:defRPr sz="874"/>
            </a:lvl5pPr>
            <a:lvl6pPr marL="998982" indent="0">
              <a:buNone/>
              <a:defRPr sz="874"/>
            </a:lvl6pPr>
            <a:lvl7pPr marL="1198778" indent="0">
              <a:buNone/>
              <a:defRPr sz="874"/>
            </a:lvl7pPr>
            <a:lvl8pPr marL="1398575" indent="0">
              <a:buNone/>
              <a:defRPr sz="874"/>
            </a:lvl8pPr>
            <a:lvl9pPr marL="1598371" indent="0">
              <a:buNone/>
              <a:defRPr sz="874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57F227-4DB0-0D41-679E-CB7C2AA792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66970" y="2267902"/>
            <a:ext cx="1718306" cy="4201570"/>
          </a:xfrm>
        </p:spPr>
        <p:txBody>
          <a:bodyPr/>
          <a:lstStyle>
            <a:lvl1pPr marL="0" indent="0">
              <a:buNone/>
              <a:defRPr sz="699"/>
            </a:lvl1pPr>
            <a:lvl2pPr marL="199796" indent="0">
              <a:buNone/>
              <a:defRPr sz="612"/>
            </a:lvl2pPr>
            <a:lvl3pPr marL="399593" indent="0">
              <a:buNone/>
              <a:defRPr sz="524"/>
            </a:lvl3pPr>
            <a:lvl4pPr marL="599389" indent="0">
              <a:buNone/>
              <a:defRPr sz="437"/>
            </a:lvl4pPr>
            <a:lvl5pPr marL="799186" indent="0">
              <a:buNone/>
              <a:defRPr sz="437"/>
            </a:lvl5pPr>
            <a:lvl6pPr marL="998982" indent="0">
              <a:buNone/>
              <a:defRPr sz="437"/>
            </a:lvl6pPr>
            <a:lvl7pPr marL="1198778" indent="0">
              <a:buNone/>
              <a:defRPr sz="437"/>
            </a:lvl7pPr>
            <a:lvl8pPr marL="1398575" indent="0">
              <a:buNone/>
              <a:defRPr sz="437"/>
            </a:lvl8pPr>
            <a:lvl9pPr marL="1598371" indent="0">
              <a:buNone/>
              <a:defRPr sz="43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50894A-A52C-D6E1-9428-2EFADB70D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B0049-ECB1-450D-8AAD-F92528287912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4939DC-FF72-10F9-C670-3A00D7B21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D2530E-622A-EBB9-6E8F-011518A8C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87D38-685D-49A4-927F-FD1C1A5E76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81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48A7C-C2B3-4FA5-2F9E-C6A57C535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1E96F4-66DE-0F82-EAC6-85C8C0B4F9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0A8E32-430E-B147-9B41-166975F95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B0049-ECB1-450D-8AAD-F92528287912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92B24-4DD1-D6A6-A01B-3ABF2011A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7C921-695D-0507-3D13-F23BCD4BE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87D38-685D-49A4-927F-FD1C1A5E76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29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94C177-2E96-CDA9-BF5C-DF33852939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3812600" y="402483"/>
            <a:ext cx="1148775" cy="640647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4088AA-BFE4-CD65-F889-45222DB299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66276" y="402483"/>
            <a:ext cx="3379728" cy="64064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98A18-AC7E-395F-65A7-ECC77BF1F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B0049-ECB1-450D-8AAD-F92528287912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65305C-21C4-E1C7-AA31-1CBCE1D23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4611A8-33F7-C565-A8DC-8B9AC01C1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87D38-685D-49A4-927F-FD1C1A5E76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224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C94D17-0235-2C10-ACE0-23D0988BB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276" y="402484"/>
            <a:ext cx="4595098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5BAB12-6F4D-3C52-8878-36537C8D29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6276" y="2012414"/>
            <a:ext cx="4595098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7046E5-4CFF-651D-6566-3182E9C5CF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66276" y="7006700"/>
            <a:ext cx="1198721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2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5B0049-ECB1-450D-8AAD-F92528287912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2E15D-A0F7-75E5-150A-902CF75002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64784" y="7006700"/>
            <a:ext cx="1798082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2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233CBD-FD14-0F52-4FE4-CBEBDFD967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762654" y="7006700"/>
            <a:ext cx="1198721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2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787D38-685D-49A4-927F-FD1C1A5E76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7255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99593" rtl="0" eaLnBrk="1" latinLnBrk="0" hangingPunct="1">
        <a:lnSpc>
          <a:spcPct val="90000"/>
        </a:lnSpc>
        <a:spcBef>
          <a:spcPct val="0"/>
        </a:spcBef>
        <a:buNone/>
        <a:defRPr sz="192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9898" indent="-99898" algn="l" defTabSz="399593" rtl="0" eaLnBrk="1" latinLnBrk="0" hangingPunct="1">
        <a:lnSpc>
          <a:spcPct val="90000"/>
        </a:lnSpc>
        <a:spcBef>
          <a:spcPts val="437"/>
        </a:spcBef>
        <a:buFont typeface="Arial" panose="020B0604020202020204" pitchFamily="34" charset="0"/>
        <a:buChar char="•"/>
        <a:defRPr sz="1224" kern="1200">
          <a:solidFill>
            <a:schemeClr val="tx1"/>
          </a:solidFill>
          <a:latin typeface="+mn-lt"/>
          <a:ea typeface="+mn-ea"/>
          <a:cs typeface="+mn-cs"/>
        </a:defRPr>
      </a:lvl1pPr>
      <a:lvl2pPr marL="299695" indent="-99898" algn="l" defTabSz="399593" rtl="0" eaLnBrk="1" latinLnBrk="0" hangingPunct="1">
        <a:lnSpc>
          <a:spcPct val="90000"/>
        </a:lnSpc>
        <a:spcBef>
          <a:spcPts val="219"/>
        </a:spcBef>
        <a:buFont typeface="Arial" panose="020B0604020202020204" pitchFamily="34" charset="0"/>
        <a:buChar char="•"/>
        <a:defRPr sz="1049" kern="1200">
          <a:solidFill>
            <a:schemeClr val="tx1"/>
          </a:solidFill>
          <a:latin typeface="+mn-lt"/>
          <a:ea typeface="+mn-ea"/>
          <a:cs typeface="+mn-cs"/>
        </a:defRPr>
      </a:lvl2pPr>
      <a:lvl3pPr marL="499491" indent="-99898" algn="l" defTabSz="399593" rtl="0" eaLnBrk="1" latinLnBrk="0" hangingPunct="1">
        <a:lnSpc>
          <a:spcPct val="90000"/>
        </a:lnSpc>
        <a:spcBef>
          <a:spcPts val="219"/>
        </a:spcBef>
        <a:buFont typeface="Arial" panose="020B0604020202020204" pitchFamily="34" charset="0"/>
        <a:buChar char="•"/>
        <a:defRPr sz="874" kern="1200">
          <a:solidFill>
            <a:schemeClr val="tx1"/>
          </a:solidFill>
          <a:latin typeface="+mn-lt"/>
          <a:ea typeface="+mn-ea"/>
          <a:cs typeface="+mn-cs"/>
        </a:defRPr>
      </a:lvl3pPr>
      <a:lvl4pPr marL="699287" indent="-99898" algn="l" defTabSz="399593" rtl="0" eaLnBrk="1" latinLnBrk="0" hangingPunct="1">
        <a:lnSpc>
          <a:spcPct val="90000"/>
        </a:lnSpc>
        <a:spcBef>
          <a:spcPts val="219"/>
        </a:spcBef>
        <a:buFont typeface="Arial" panose="020B0604020202020204" pitchFamily="34" charset="0"/>
        <a:buChar char="•"/>
        <a:defRPr sz="787" kern="1200">
          <a:solidFill>
            <a:schemeClr val="tx1"/>
          </a:solidFill>
          <a:latin typeface="+mn-lt"/>
          <a:ea typeface="+mn-ea"/>
          <a:cs typeface="+mn-cs"/>
        </a:defRPr>
      </a:lvl4pPr>
      <a:lvl5pPr marL="899084" indent="-99898" algn="l" defTabSz="399593" rtl="0" eaLnBrk="1" latinLnBrk="0" hangingPunct="1">
        <a:lnSpc>
          <a:spcPct val="90000"/>
        </a:lnSpc>
        <a:spcBef>
          <a:spcPts val="219"/>
        </a:spcBef>
        <a:buFont typeface="Arial" panose="020B0604020202020204" pitchFamily="34" charset="0"/>
        <a:buChar char="•"/>
        <a:defRPr sz="787" kern="1200">
          <a:solidFill>
            <a:schemeClr val="tx1"/>
          </a:solidFill>
          <a:latin typeface="+mn-lt"/>
          <a:ea typeface="+mn-ea"/>
          <a:cs typeface="+mn-cs"/>
        </a:defRPr>
      </a:lvl5pPr>
      <a:lvl6pPr marL="1098880" indent="-99898" algn="l" defTabSz="399593" rtl="0" eaLnBrk="1" latinLnBrk="0" hangingPunct="1">
        <a:lnSpc>
          <a:spcPct val="90000"/>
        </a:lnSpc>
        <a:spcBef>
          <a:spcPts val="219"/>
        </a:spcBef>
        <a:buFont typeface="Arial" panose="020B0604020202020204" pitchFamily="34" charset="0"/>
        <a:buChar char="•"/>
        <a:defRPr sz="787" kern="1200">
          <a:solidFill>
            <a:schemeClr val="tx1"/>
          </a:solidFill>
          <a:latin typeface="+mn-lt"/>
          <a:ea typeface="+mn-ea"/>
          <a:cs typeface="+mn-cs"/>
        </a:defRPr>
      </a:lvl6pPr>
      <a:lvl7pPr marL="1298677" indent="-99898" algn="l" defTabSz="399593" rtl="0" eaLnBrk="1" latinLnBrk="0" hangingPunct="1">
        <a:lnSpc>
          <a:spcPct val="90000"/>
        </a:lnSpc>
        <a:spcBef>
          <a:spcPts val="219"/>
        </a:spcBef>
        <a:buFont typeface="Arial" panose="020B0604020202020204" pitchFamily="34" charset="0"/>
        <a:buChar char="•"/>
        <a:defRPr sz="787" kern="1200">
          <a:solidFill>
            <a:schemeClr val="tx1"/>
          </a:solidFill>
          <a:latin typeface="+mn-lt"/>
          <a:ea typeface="+mn-ea"/>
          <a:cs typeface="+mn-cs"/>
        </a:defRPr>
      </a:lvl7pPr>
      <a:lvl8pPr marL="1498473" indent="-99898" algn="l" defTabSz="399593" rtl="0" eaLnBrk="1" latinLnBrk="0" hangingPunct="1">
        <a:lnSpc>
          <a:spcPct val="90000"/>
        </a:lnSpc>
        <a:spcBef>
          <a:spcPts val="219"/>
        </a:spcBef>
        <a:buFont typeface="Arial" panose="020B0604020202020204" pitchFamily="34" charset="0"/>
        <a:buChar char="•"/>
        <a:defRPr sz="787" kern="1200">
          <a:solidFill>
            <a:schemeClr val="tx1"/>
          </a:solidFill>
          <a:latin typeface="+mn-lt"/>
          <a:ea typeface="+mn-ea"/>
          <a:cs typeface="+mn-cs"/>
        </a:defRPr>
      </a:lvl8pPr>
      <a:lvl9pPr marL="1698269" indent="-99898" algn="l" defTabSz="399593" rtl="0" eaLnBrk="1" latinLnBrk="0" hangingPunct="1">
        <a:lnSpc>
          <a:spcPct val="90000"/>
        </a:lnSpc>
        <a:spcBef>
          <a:spcPts val="219"/>
        </a:spcBef>
        <a:buFont typeface="Arial" panose="020B0604020202020204" pitchFamily="34" charset="0"/>
        <a:buChar char="•"/>
        <a:defRPr sz="78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99593" rtl="0" eaLnBrk="1" latinLnBrk="0" hangingPunct="1">
        <a:defRPr sz="787" kern="1200">
          <a:solidFill>
            <a:schemeClr val="tx1"/>
          </a:solidFill>
          <a:latin typeface="+mn-lt"/>
          <a:ea typeface="+mn-ea"/>
          <a:cs typeface="+mn-cs"/>
        </a:defRPr>
      </a:lvl1pPr>
      <a:lvl2pPr marL="199796" algn="l" defTabSz="399593" rtl="0" eaLnBrk="1" latinLnBrk="0" hangingPunct="1">
        <a:defRPr sz="787" kern="1200">
          <a:solidFill>
            <a:schemeClr val="tx1"/>
          </a:solidFill>
          <a:latin typeface="+mn-lt"/>
          <a:ea typeface="+mn-ea"/>
          <a:cs typeface="+mn-cs"/>
        </a:defRPr>
      </a:lvl2pPr>
      <a:lvl3pPr marL="399593" algn="l" defTabSz="399593" rtl="0" eaLnBrk="1" latinLnBrk="0" hangingPunct="1">
        <a:defRPr sz="787" kern="1200">
          <a:solidFill>
            <a:schemeClr val="tx1"/>
          </a:solidFill>
          <a:latin typeface="+mn-lt"/>
          <a:ea typeface="+mn-ea"/>
          <a:cs typeface="+mn-cs"/>
        </a:defRPr>
      </a:lvl3pPr>
      <a:lvl4pPr marL="599389" algn="l" defTabSz="399593" rtl="0" eaLnBrk="1" latinLnBrk="0" hangingPunct="1">
        <a:defRPr sz="787" kern="1200">
          <a:solidFill>
            <a:schemeClr val="tx1"/>
          </a:solidFill>
          <a:latin typeface="+mn-lt"/>
          <a:ea typeface="+mn-ea"/>
          <a:cs typeface="+mn-cs"/>
        </a:defRPr>
      </a:lvl4pPr>
      <a:lvl5pPr marL="799186" algn="l" defTabSz="399593" rtl="0" eaLnBrk="1" latinLnBrk="0" hangingPunct="1">
        <a:defRPr sz="787" kern="1200">
          <a:solidFill>
            <a:schemeClr val="tx1"/>
          </a:solidFill>
          <a:latin typeface="+mn-lt"/>
          <a:ea typeface="+mn-ea"/>
          <a:cs typeface="+mn-cs"/>
        </a:defRPr>
      </a:lvl5pPr>
      <a:lvl6pPr marL="998982" algn="l" defTabSz="399593" rtl="0" eaLnBrk="1" latinLnBrk="0" hangingPunct="1">
        <a:defRPr sz="787" kern="1200">
          <a:solidFill>
            <a:schemeClr val="tx1"/>
          </a:solidFill>
          <a:latin typeface="+mn-lt"/>
          <a:ea typeface="+mn-ea"/>
          <a:cs typeface="+mn-cs"/>
        </a:defRPr>
      </a:lvl6pPr>
      <a:lvl7pPr marL="1198778" algn="l" defTabSz="399593" rtl="0" eaLnBrk="1" latinLnBrk="0" hangingPunct="1">
        <a:defRPr sz="787" kern="1200">
          <a:solidFill>
            <a:schemeClr val="tx1"/>
          </a:solidFill>
          <a:latin typeface="+mn-lt"/>
          <a:ea typeface="+mn-ea"/>
          <a:cs typeface="+mn-cs"/>
        </a:defRPr>
      </a:lvl7pPr>
      <a:lvl8pPr marL="1398575" algn="l" defTabSz="399593" rtl="0" eaLnBrk="1" latinLnBrk="0" hangingPunct="1">
        <a:defRPr sz="787" kern="1200">
          <a:solidFill>
            <a:schemeClr val="tx1"/>
          </a:solidFill>
          <a:latin typeface="+mn-lt"/>
          <a:ea typeface="+mn-ea"/>
          <a:cs typeface="+mn-cs"/>
        </a:defRPr>
      </a:lvl8pPr>
      <a:lvl9pPr marL="1598371" algn="l" defTabSz="399593" rtl="0" eaLnBrk="1" latinLnBrk="0" hangingPunct="1">
        <a:defRPr sz="78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A69377-B0DB-AC60-2AB9-656FE11F786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79400"/>
            <a:ext cx="5328031" cy="769604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060AB2B-F392-2301-E87B-82F43303942D}"/>
              </a:ext>
            </a:extLst>
          </p:cNvPr>
          <p:cNvSpPr/>
          <p:nvPr/>
        </p:nvSpPr>
        <p:spPr>
          <a:xfrm>
            <a:off x="0" y="0"/>
            <a:ext cx="5328031" cy="4038600"/>
          </a:xfrm>
          <a:prstGeom prst="rect">
            <a:avLst/>
          </a:prstGeom>
          <a:gradFill flip="none" rotWithShape="1">
            <a:gsLst>
              <a:gs pos="0">
                <a:srgbClr val="05070D"/>
              </a:gs>
              <a:gs pos="100000">
                <a:srgbClr val="05070D">
                  <a:alpha val="0"/>
                </a:srgbClr>
              </a:gs>
              <a:gs pos="72000">
                <a:srgbClr val="05070D">
                  <a:alpha val="80000"/>
                </a:srgbClr>
              </a:gs>
            </a:gsLst>
            <a:lin ang="5400000" scaled="1"/>
            <a:tileRect/>
          </a:gra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59BAB9-F32A-7242-E06A-0033E183CF2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0" y="330200"/>
            <a:ext cx="272143" cy="381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EF4BE8F-82F8-5599-57A2-4B5BAF6D3663}"/>
              </a:ext>
            </a:extLst>
          </p:cNvPr>
          <p:cNvSpPr txBox="1"/>
          <p:nvPr/>
        </p:nvSpPr>
        <p:spPr>
          <a:xfrm>
            <a:off x="711200" y="355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50" b="1">
                <a:solidFill>
                  <a:srgbClr val="FFFFFF"/>
                </a:solidFill>
                <a:latin typeface="Arial" panose="020B0604020202020204" pitchFamily="34" charset="0"/>
              </a:rPr>
              <a:t>DTU Construct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B58921-31D0-EE08-0444-4940B376AE49}"/>
              </a:ext>
            </a:extLst>
          </p:cNvPr>
          <p:cNvSpPr txBox="1"/>
          <p:nvPr/>
        </p:nvSpPr>
        <p:spPr>
          <a:xfrm>
            <a:off x="711200" y="520700"/>
            <a:ext cx="419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850">
                <a:solidFill>
                  <a:srgbClr val="C4CAD6"/>
                </a:solidFill>
                <a:latin typeface="Arial" panose="020B0604020202020204" pitchFamily="34" charset="0"/>
              </a:rPr>
              <a:t>Section of Materials and Surface Engineering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14831-4792-B03D-F1A6-BDA22A5D368D}"/>
              </a:ext>
            </a:extLst>
          </p:cNvPr>
          <p:cNvSpPr txBox="1"/>
          <p:nvPr/>
        </p:nvSpPr>
        <p:spPr>
          <a:xfrm>
            <a:off x="355600" y="939800"/>
            <a:ext cx="4616831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88000"/>
              </a:lnSpc>
            </a:pPr>
            <a:r>
              <a:rPr lang="en-US" sz="3800" b="1">
                <a:solidFill>
                  <a:srgbClr val="FFFFFF"/>
                </a:solidFill>
                <a:latin typeface="Arial" panose="020B0604020202020204" pitchFamily="34" charset="0"/>
              </a:rPr>
              <a:t>Find your</a:t>
            </a:r>
          </a:p>
          <a:p>
            <a:pPr>
              <a:lnSpc>
                <a:spcPct val="88000"/>
              </a:lnSpc>
            </a:pPr>
            <a:r>
              <a:rPr lang="en-US" sz="3800" b="1">
                <a:solidFill>
                  <a:srgbClr val="FFFFFF"/>
                </a:solidFill>
                <a:latin typeface="Arial" panose="020B0604020202020204" pitchFamily="34" charset="0"/>
              </a:rPr>
              <a:t>thesis project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A5786C-D80E-3EC4-37BB-18D6D14C1C5D}"/>
              </a:ext>
            </a:extLst>
          </p:cNvPr>
          <p:cNvSpPr txBox="1"/>
          <p:nvPr/>
        </p:nvSpPr>
        <p:spPr>
          <a:xfrm>
            <a:off x="355600" y="2108200"/>
            <a:ext cx="4616831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 b="1">
                <a:solidFill>
                  <a:srgbClr val="FF5A36"/>
                </a:solidFill>
                <a:latin typeface="Arial" panose="020B0604020202020204" pitchFamily="34" charset="0"/>
              </a:rPr>
              <a:t>BSc, BEng, MSc projects, and project course, 2026–2027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856752-D305-BB01-27E2-38222892DF66}"/>
              </a:ext>
            </a:extLst>
          </p:cNvPr>
          <p:cNvSpPr txBox="1"/>
          <p:nvPr/>
        </p:nvSpPr>
        <p:spPr>
          <a:xfrm>
            <a:off x="355600" y="2438400"/>
            <a:ext cx="4362831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52400" indent="-152400">
              <a:spcAft>
                <a:spcPts val="400"/>
              </a:spcAft>
              <a:buClr>
                <a:srgbClr val="FF5A36"/>
              </a:buClr>
              <a:buSzPct val="70000"/>
              <a:buFont typeface="+mj-lt"/>
              <a:buChar char="■"/>
            </a:pPr>
            <a:r>
              <a:rPr lang="en-US" sz="1000">
                <a:solidFill>
                  <a:srgbClr val="FFFFFF"/>
                </a:solidFill>
                <a:latin typeface="Arial" panose="020B0604020202020204" pitchFamily="34" charset="0"/>
              </a:rPr>
              <a:t>Let's get inspired by the topics – many with industry partners</a:t>
            </a:r>
          </a:p>
          <a:p>
            <a:pPr marL="152400" indent="-152400">
              <a:spcAft>
                <a:spcPts val="400"/>
              </a:spcAft>
              <a:buClr>
                <a:srgbClr val="FF5A36"/>
              </a:buClr>
              <a:buSzPct val="70000"/>
              <a:buFont typeface="+mj-lt"/>
              <a:buChar char="■"/>
            </a:pPr>
            <a:r>
              <a:rPr lang="en-US" sz="1000">
                <a:solidFill>
                  <a:srgbClr val="FFFFFF"/>
                </a:solidFill>
                <a:latin typeface="Arial" panose="020B0604020202020204" pitchFamily="34" charset="0"/>
              </a:rPr>
              <a:t>Have your own idea? Discuss it with a supervisor in the field</a:t>
            </a:r>
          </a:p>
          <a:p>
            <a:pPr marL="152400" indent="-152400">
              <a:spcAft>
                <a:spcPts val="400"/>
              </a:spcAft>
              <a:buClr>
                <a:srgbClr val="FF5A36"/>
              </a:buClr>
              <a:buSzPct val="70000"/>
              <a:buFont typeface="+mj-lt"/>
              <a:buChar char="■"/>
            </a:pPr>
            <a:r>
              <a:rPr lang="en-US" sz="1000">
                <a:solidFill>
                  <a:srgbClr val="FFFFFF"/>
                </a:solidFill>
                <a:latin typeface="Arial" panose="020B0604020202020204" pitchFamily="34" charset="0"/>
              </a:rPr>
              <a:t>Most projects can be done as group work – talk to the supervisors</a:t>
            </a:r>
          </a:p>
          <a:p>
            <a:pPr marL="152400" indent="-152400">
              <a:spcAft>
                <a:spcPts val="400"/>
              </a:spcAft>
              <a:buClr>
                <a:srgbClr val="FF5A36"/>
              </a:buClr>
              <a:buSzPct val="70000"/>
              <a:buFont typeface="+mj-lt"/>
              <a:buChar char="■"/>
            </a:pPr>
            <a:r>
              <a:rPr lang="en-US" sz="1000">
                <a:solidFill>
                  <a:srgbClr val="FFFFFF"/>
                </a:solidFill>
                <a:latin typeface="Arial" panose="020B0604020202020204" pitchFamily="34" charset="0"/>
              </a:rPr>
              <a:t>Feeling not ready yet? Take the Project course first (41667)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713AB7E-B044-0C28-32F4-EA2DE9A6A109}"/>
              </a:ext>
            </a:extLst>
          </p:cNvPr>
          <p:cNvSpPr txBox="1"/>
          <p:nvPr/>
        </p:nvSpPr>
        <p:spPr>
          <a:xfrm>
            <a:off x="355600" y="3928405"/>
            <a:ext cx="152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800" b="1">
                <a:solidFill>
                  <a:srgbClr val="FFFFFF"/>
                </a:solidFill>
                <a:latin typeface="Arial" panose="020B0604020202020204" pitchFamily="34" charset="0"/>
              </a:rPr>
              <a:t>Coating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78BC50-1734-19D9-85BF-6E658E69AD63}"/>
              </a:ext>
            </a:extLst>
          </p:cNvPr>
          <p:cNvSpPr txBox="1"/>
          <p:nvPr/>
        </p:nvSpPr>
        <p:spPr>
          <a:xfrm>
            <a:off x="355600" y="4467128"/>
            <a:ext cx="152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800" b="1">
                <a:solidFill>
                  <a:srgbClr val="FFFFFF"/>
                </a:solidFill>
                <a:latin typeface="Arial" panose="020B0604020202020204" pitchFamily="34" charset="0"/>
              </a:rPr>
              <a:t>Diffusion zone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A136D1E-51F7-69BF-A909-CD25368FF8BD}"/>
              </a:ext>
            </a:extLst>
          </p:cNvPr>
          <p:cNvSpPr/>
          <p:nvPr/>
        </p:nvSpPr>
        <p:spPr>
          <a:xfrm>
            <a:off x="355600" y="5207000"/>
            <a:ext cx="1625600" cy="193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>
            <a:outerShdw blurRad="228600" dist="50800" dir="5400000" rotWithShape="0">
              <a:srgbClr val="05070D">
                <a:alpha val="65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146CEE0-9676-195B-C9A3-B4FBA9DDA084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5359400"/>
            <a:ext cx="1320800" cy="13208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C8C8CD0-24CA-4701-1A8F-5006D9F057C3}"/>
              </a:ext>
            </a:extLst>
          </p:cNvPr>
          <p:cNvSpPr txBox="1"/>
          <p:nvPr/>
        </p:nvSpPr>
        <p:spPr>
          <a:xfrm>
            <a:off x="355600" y="6781800"/>
            <a:ext cx="1625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900" b="1">
                <a:solidFill>
                  <a:srgbClr val="05070D"/>
                </a:solidFill>
                <a:latin typeface="Arial" panose="020B0604020202020204" pitchFamily="34" charset="0"/>
              </a:rPr>
              <a:t>Scan to browse</a:t>
            </a:r>
          </a:p>
          <a:p>
            <a:pPr algn="ctr"/>
            <a:r>
              <a:rPr lang="en-US" sz="900" b="1">
                <a:solidFill>
                  <a:srgbClr val="05070D"/>
                </a:solidFill>
                <a:latin typeface="Arial" panose="020B0604020202020204" pitchFamily="34" charset="0"/>
              </a:rPr>
              <a:t>all projects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978C05A-BE71-4C7A-20BA-2CCEDE3132B6}"/>
              </a:ext>
            </a:extLst>
          </p:cNvPr>
          <p:cNvSpPr/>
          <p:nvPr/>
        </p:nvSpPr>
        <p:spPr>
          <a:xfrm>
            <a:off x="0" y="7229856"/>
            <a:ext cx="5328031" cy="330200"/>
          </a:xfrm>
          <a:prstGeom prst="rect">
            <a:avLst/>
          </a:prstGeom>
          <a:solidFill>
            <a:srgbClr val="05070D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A2348BC-1F06-FCFE-6BC7-8D41281F523E}"/>
              </a:ext>
            </a:extLst>
          </p:cNvPr>
          <p:cNvSpPr/>
          <p:nvPr/>
        </p:nvSpPr>
        <p:spPr>
          <a:xfrm>
            <a:off x="0" y="7229856"/>
            <a:ext cx="5328031" cy="25400"/>
          </a:xfrm>
          <a:prstGeom prst="rect">
            <a:avLst/>
          </a:prstGeom>
          <a:solidFill>
            <a:srgbClr val="990000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34C5712-6E76-25A8-6728-18EC33FF137A}"/>
              </a:ext>
            </a:extLst>
          </p:cNvPr>
          <p:cNvSpPr txBox="1"/>
          <p:nvPr/>
        </p:nvSpPr>
        <p:spPr>
          <a:xfrm>
            <a:off x="3448431" y="7344156"/>
            <a:ext cx="152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850">
                <a:solidFill>
                  <a:srgbClr val="C4CAD6"/>
                </a:solidFill>
                <a:latin typeface="Arial" panose="020B0604020202020204" pitchFamily="34" charset="0"/>
              </a:rPr>
              <a:t>DTU Construct</a:t>
            </a:r>
          </a:p>
        </p:txBody>
      </p:sp>
    </p:spTree>
    <p:extLst>
      <p:ext uri="{BB962C8B-B14F-4D97-AF65-F5344CB8AC3E}">
        <p14:creationId xmlns:p14="http://schemas.microsoft.com/office/powerpoint/2010/main" val="266042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84</Words>
  <Application>Microsoft Office PowerPoint</Application>
  <PresentationFormat>Custom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TECHNICAL UNIVERSITY OF DENMARK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Masoud Hasany</dc:creator>
  <cp:lastModifiedBy>Masoud Hasany</cp:lastModifiedBy>
  <cp:revision>1</cp:revision>
  <dcterms:created xsi:type="dcterms:W3CDTF">2026-10-29T14:37:39Z</dcterms:created>
  <dcterms:modified xsi:type="dcterms:W3CDTF">2026-10-29T14:37:39Z</dcterms:modified>
</cp:coreProperties>
</file>