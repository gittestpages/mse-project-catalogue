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9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AC16-F890-E360-87F2-9A86BFD3F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DB1E1-8095-459A-0D44-CCF970641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EB53C-7E57-A328-6D07-2782634B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C9474-EA3F-CA1E-C261-E204561E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7716C-83F8-397B-2033-3E2D0454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9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1109-971B-A572-D54F-1A327F5F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B2EF-8E20-A0C2-073B-FF6CBAB33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D35D-1514-3355-BA41-D8E7B873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4370-EB13-2F0E-B110-9716C0BE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9F81B-95C1-C4A1-79C4-83DC7D19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1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670D-7845-2D95-234D-CFA81494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2469624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FD51C-9767-96F0-AD77-1E1208C46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6629226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EC010-4AB5-8004-BB3B-DCEEFE04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84488-6F36-D54C-D688-44D04D66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3FC79-56F9-79A1-B568-D935CAC7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E5A55-0009-CFFE-3152-879A3A2A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F8AE8-C44F-BFE5-F28C-203CDE512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08F3B-8B0C-5367-F283-F15A32A9E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A09D9-2E5B-876B-4294-6EA6705E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9642E-1B64-E8B7-89A3-EE9601B71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63972-A9E1-B229-F226-0879B1D9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9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CF6E-3C58-4816-9508-C85C66D3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A079F-1365-B8B2-B923-EEBD8FC1D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0118A-C4A0-A12E-404F-2184D5F98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F4605-4E5A-76DF-9B62-B259E2145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879C3-86AC-ECD9-0571-C7D225596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DF14A-F892-97AC-1398-98DA0D60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D30D4-AE7E-9C83-E5B5-F7E376F5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FAEE8-596F-2A2C-EB48-5A986219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5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8815-F30F-061F-6721-9CCDA081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490E5-5C24-1ACA-ED0A-7CC5CC06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03C34-52FB-C12D-4574-DCA78AAC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76F0E-9A33-929E-FAD8-8215B532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F646D-CD51-23E6-8A2C-F215A075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74DC2-AE46-D999-71FB-BDE0C971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A570B-D02C-A2C9-B42C-E74D8465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FA9A-9946-90EB-A052-E8E6C097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4F25-77EB-7A38-BA68-92A6C48DA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426283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71022-AB1B-2257-98F7-150CBE9AE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B9FD3-D69D-57FC-45B5-0EABE2E8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13291-2D45-1F1B-7FDE-7F2D91BA5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A1009-5617-0187-6D38-77E8C7C8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3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2FB7-F2D7-6727-722D-C2C357CE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C427C1-A2E0-1899-5C72-B4CD99DD36D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915544" y="1426283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D8A43-9BA3-01EB-78D6-53060110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8E630-5B4D-70AC-3EBD-26ED305A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3DB32-02A1-90A2-7230-0E25A5CA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31258-C883-1CCD-9D69-D751A73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9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D9B6-3E9B-D5B4-AF16-0EDE8465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8448A-C626-30C0-E452-F72DC7F93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36ECF-A284-5FD5-55A1-A6DB79C0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9BEE9-4B41-44DD-BCBA-8E8BD98E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B776-ABA0-8691-44F8-CE8916F9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3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064C0-0AD5-2393-5B93-C07FF15DF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738CB-371C-CE12-0F73-4B1CDA96D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C3639-FE90-6006-ED00-00944D4E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F58D7-9085-4207-D58C-4A43284A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FE6D7-3192-C742-B92E-9F02D2FC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9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ED7D56-25A0-22BE-76AC-0906ABF8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58DAD-3F95-8F47-F860-81BAC83CA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1B98D-CDEF-9841-928B-44458B87D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E341F-6060-472D-9C36-D29929FC608A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A7213-C757-5E10-EF43-F1AF96D6B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C5B6C-5B91-5BB6-8145-76A620E2B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FB053-F534-4B98-9C90-427BBCEC6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ver illustration">
            <a:extLst>
              <a:ext uri="{FF2B5EF4-FFF2-40B4-BE49-F238E27FC236}">
                <a16:creationId xmlns:a16="http://schemas.microsoft.com/office/drawing/2014/main" id="{F59C3543-7ABE-5459-A772-36FE5D83262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559C115-0FD8-AA28-F39A-C5198BB9DC8B}"/>
              </a:ext>
            </a:extLst>
          </p:cNvPr>
          <p:cNvGrpSpPr/>
          <p:nvPr/>
        </p:nvGrpSpPr>
        <p:grpSpPr>
          <a:xfrm>
            <a:off x="508000" y="431800"/>
            <a:ext cx="7487670" cy="731857"/>
            <a:chOff x="508000" y="431800"/>
            <a:chExt cx="7487670" cy="731857"/>
          </a:xfrm>
        </p:grpSpPr>
        <p:pic>
          <p:nvPicPr>
            <p:cNvPr id="5" name="DTU logo">
              <a:extLst>
                <a:ext uri="{FF2B5EF4-FFF2-40B4-BE49-F238E27FC236}">
                  <a16:creationId xmlns:a16="http://schemas.microsoft.com/office/drawing/2014/main" id="{D9EB8077-7523-0B0F-B12E-7459E505DBF0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000" y="431800"/>
              <a:ext cx="431800" cy="604520"/>
            </a:xfrm>
            <a:prstGeom prst="rect">
              <a:avLst/>
            </a:prstGeom>
          </p:spPr>
        </p:pic>
        <p:sp>
          <p:nvSpPr>
            <p:cNvPr id="6" name="Department">
              <a:extLst>
                <a:ext uri="{FF2B5EF4-FFF2-40B4-BE49-F238E27FC236}">
                  <a16:creationId xmlns:a16="http://schemas.microsoft.com/office/drawing/2014/main" id="{8881B988-A559-40CF-C4B0-18F159BDD0AA}"/>
                </a:ext>
              </a:extLst>
            </p:cNvPr>
            <p:cNvSpPr txBox="1"/>
            <p:nvPr/>
          </p:nvSpPr>
          <p:spPr>
            <a:xfrm>
              <a:off x="1092200" y="508000"/>
              <a:ext cx="6903470" cy="52832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sz="1400" b="1">
                  <a:solidFill>
                    <a:srgbClr val="FFFFFF"/>
                  </a:solidFill>
                  <a:latin typeface="Arial" panose="020B0604020202020204" pitchFamily="34" charset="0"/>
                </a:rPr>
                <a:t>DTU Construct</a:t>
              </a:r>
            </a:p>
          </p:txBody>
        </p:sp>
        <p:sp>
          <p:nvSpPr>
            <p:cNvPr id="7" name="Department name">
              <a:extLst>
                <a:ext uri="{FF2B5EF4-FFF2-40B4-BE49-F238E27FC236}">
                  <a16:creationId xmlns:a16="http://schemas.microsoft.com/office/drawing/2014/main" id="{27247F8C-16BF-DF50-1935-D4BEC0CAA3A7}"/>
                </a:ext>
              </a:extLst>
            </p:cNvPr>
            <p:cNvSpPr txBox="1"/>
            <p:nvPr/>
          </p:nvSpPr>
          <p:spPr>
            <a:xfrm>
              <a:off x="1092200" y="794325"/>
              <a:ext cx="508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n-US" sz="1100" dirty="0">
                  <a:solidFill>
                    <a:srgbClr val="AEB7C4"/>
                  </a:solidFill>
                  <a:latin typeface="Arial" panose="020B0604020202020204" pitchFamily="34" charset="0"/>
                </a:rPr>
                <a:t>Department of Civil and Mechanical Engineering</a:t>
              </a:r>
            </a:p>
          </p:txBody>
        </p:sp>
      </p:grpSp>
      <p:sp>
        <p:nvSpPr>
          <p:cNvPr id="8" name="Title">
            <a:extLst>
              <a:ext uri="{FF2B5EF4-FFF2-40B4-BE49-F238E27FC236}">
                <a16:creationId xmlns:a16="http://schemas.microsoft.com/office/drawing/2014/main" id="{B97364F8-1CBF-70CF-DA6C-243C1DEBAC38}"/>
              </a:ext>
            </a:extLst>
          </p:cNvPr>
          <p:cNvSpPr txBox="1"/>
          <p:nvPr/>
        </p:nvSpPr>
        <p:spPr>
          <a:xfrm>
            <a:off x="508000" y="1549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</a:rPr>
              <a:t>Materials and</a:t>
            </a:r>
          </a:p>
          <a:p>
            <a:pPr>
              <a:lnSpc>
                <a:spcPct val="90000"/>
              </a:lnSpc>
            </a:pPr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</a:rPr>
              <a:t>Surface Engineering</a:t>
            </a:r>
          </a:p>
        </p:txBody>
      </p:sp>
      <p:sp>
        <p:nvSpPr>
          <p:cNvPr id="9" name="Danish title">
            <a:extLst>
              <a:ext uri="{FF2B5EF4-FFF2-40B4-BE49-F238E27FC236}">
                <a16:creationId xmlns:a16="http://schemas.microsoft.com/office/drawing/2014/main" id="{B55D1A65-1C00-3947-5CBE-170532C0B807}"/>
              </a:ext>
            </a:extLst>
          </p:cNvPr>
          <p:cNvSpPr txBox="1"/>
          <p:nvPr/>
        </p:nvSpPr>
        <p:spPr>
          <a:xfrm>
            <a:off x="508000" y="2921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C5CBD5"/>
                </a:solidFill>
                <a:latin typeface="Arial" panose="020B0604020202020204" pitchFamily="34" charset="0"/>
              </a:rPr>
              <a:t>Materiale- og overfladeteknologi</a:t>
            </a:r>
          </a:p>
        </p:txBody>
      </p:sp>
      <p:sp>
        <p:nvSpPr>
          <p:cNvPr id="10" name="Year">
            <a:extLst>
              <a:ext uri="{FF2B5EF4-FFF2-40B4-BE49-F238E27FC236}">
                <a16:creationId xmlns:a16="http://schemas.microsoft.com/office/drawing/2014/main" id="{597F4FB0-07B8-D8F8-4611-340694C882C8}"/>
              </a:ext>
            </a:extLst>
          </p:cNvPr>
          <p:cNvSpPr txBox="1"/>
          <p:nvPr/>
        </p:nvSpPr>
        <p:spPr>
          <a:xfrm>
            <a:off x="508000" y="3276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FF5A36"/>
                </a:solidFill>
                <a:latin typeface="Arial" panose="020B0604020202020204" pitchFamily="34" charset="0"/>
              </a:rPr>
              <a:t>Student Projects 2026–2027</a:t>
            </a:r>
          </a:p>
        </p:txBody>
      </p:sp>
      <p:sp>
        <p:nvSpPr>
          <p:cNvPr id="11" name="Label coating">
            <a:extLst>
              <a:ext uri="{FF2B5EF4-FFF2-40B4-BE49-F238E27FC236}">
                <a16:creationId xmlns:a16="http://schemas.microsoft.com/office/drawing/2014/main" id="{C5704804-021D-231E-0BBC-220D4857C524}"/>
              </a:ext>
            </a:extLst>
          </p:cNvPr>
          <p:cNvSpPr txBox="1"/>
          <p:nvPr/>
        </p:nvSpPr>
        <p:spPr>
          <a:xfrm>
            <a:off x="508000" y="53467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  <a:effectLst>
                  <a:outerShdw blurRad="50800" dist="12700" dir="5400000" rotWithShape="0">
                    <a:srgbClr val="000000">
                      <a:alpha val="75000"/>
                    </a:srgbClr>
                  </a:outerShdw>
                </a:effectLst>
                <a:latin typeface="Arial" panose="020B0604020202020204" pitchFamily="34" charset="0"/>
              </a:rPr>
              <a:t>Coating</a:t>
            </a:r>
          </a:p>
        </p:txBody>
      </p:sp>
      <p:sp>
        <p:nvSpPr>
          <p:cNvPr id="12" name="Label diffusion">
            <a:extLst>
              <a:ext uri="{FF2B5EF4-FFF2-40B4-BE49-F238E27FC236}">
                <a16:creationId xmlns:a16="http://schemas.microsoft.com/office/drawing/2014/main" id="{90D8CB73-A274-56A5-DF50-3C6CB5F278C5}"/>
              </a:ext>
            </a:extLst>
          </p:cNvPr>
          <p:cNvSpPr txBox="1"/>
          <p:nvPr/>
        </p:nvSpPr>
        <p:spPr>
          <a:xfrm>
            <a:off x="508000" y="60833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effectLst>
                  <a:outerShdw blurRad="50800" dist="12700" dir="5400000" rotWithShape="0">
                    <a:srgbClr val="000000">
                      <a:alpha val="75000"/>
                    </a:srgbClr>
                  </a:outerShdw>
                </a:effectLst>
                <a:latin typeface="Arial" panose="020B0604020202020204" pitchFamily="34" charset="0"/>
              </a:rPr>
              <a:t>Diffusion zone</a:t>
            </a:r>
          </a:p>
        </p:txBody>
      </p:sp>
      <p:sp>
        <p:nvSpPr>
          <p:cNvPr id="13" name="Label substrate">
            <a:extLst>
              <a:ext uri="{FF2B5EF4-FFF2-40B4-BE49-F238E27FC236}">
                <a16:creationId xmlns:a16="http://schemas.microsoft.com/office/drawing/2014/main" id="{CA8AD679-8C4E-4EC5-ABA5-2674B26C24E4}"/>
              </a:ext>
            </a:extLst>
          </p:cNvPr>
          <p:cNvSpPr txBox="1"/>
          <p:nvPr/>
        </p:nvSpPr>
        <p:spPr>
          <a:xfrm>
            <a:off x="508000" y="7188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  <a:effectLst>
                  <a:outerShdw blurRad="50800" dist="12700" dir="5400000" rotWithShape="0">
                    <a:srgbClr val="000000">
                      <a:alpha val="75000"/>
                    </a:srgbClr>
                  </a:outerShdw>
                </a:effectLst>
                <a:latin typeface="Arial" panose="020B0604020202020204" pitchFamily="34" charset="0"/>
              </a:rPr>
              <a:t>Substrate</a:t>
            </a:r>
          </a:p>
        </p:txBody>
      </p:sp>
      <p:sp>
        <p:nvSpPr>
          <p:cNvPr id="14" name="Label atoms">
            <a:extLst>
              <a:ext uri="{FF2B5EF4-FFF2-40B4-BE49-F238E27FC236}">
                <a16:creationId xmlns:a16="http://schemas.microsoft.com/office/drawing/2014/main" id="{878B3170-F62B-C198-A2F0-AE873C94B38A}"/>
              </a:ext>
            </a:extLst>
          </p:cNvPr>
          <p:cNvSpPr txBox="1"/>
          <p:nvPr/>
        </p:nvSpPr>
        <p:spPr>
          <a:xfrm>
            <a:off x="2921000" y="9398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dirty="0">
                <a:solidFill>
                  <a:srgbClr val="E9ECF1"/>
                </a:solidFill>
                <a:effectLst>
                  <a:outerShdw blurRad="50800" dist="12700" dir="5400000" rotWithShape="0">
                    <a:srgbClr val="000000">
                      <a:alpha val="75000"/>
                    </a:srgbClr>
                  </a:outerShdw>
                </a:effectLst>
                <a:latin typeface="Arial" panose="020B0604020202020204" pitchFamily="34" charset="0"/>
              </a:rPr>
              <a:t>Atomic structure at the interface</a:t>
            </a:r>
          </a:p>
        </p:txBody>
      </p:sp>
    </p:spTree>
    <p:extLst>
      <p:ext uri="{BB962C8B-B14F-4D97-AF65-F5344CB8AC3E}">
        <p14:creationId xmlns:p14="http://schemas.microsoft.com/office/powerpoint/2010/main" val="254202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</Words>
  <Application>Microsoft Office PowerPoint</Application>
  <PresentationFormat>A4 Paper (210x297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TECHNICAL UNIVERSITY OF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Masoud Hasany</dc:creator>
  <cp:lastModifiedBy>Masoud Hasany</cp:lastModifiedBy>
  <cp:revision>3</cp:revision>
  <dcterms:created xsi:type="dcterms:W3CDTF">2026-10-27T14:41:27Z</dcterms:created>
  <dcterms:modified xsi:type="dcterms:W3CDTF">2026-10-27T14:58:54Z</dcterms:modified>
</cp:coreProperties>
</file>